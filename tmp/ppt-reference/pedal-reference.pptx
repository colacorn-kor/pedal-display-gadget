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3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FA3A9-7C8E-909F-BDAE-ECA480097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6BEAED-4F1F-B47F-8277-F2D6B8AAD4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3A091F-02D0-EBE0-90A5-5D2897988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DFFE-A19A-481F-A923-6193A62319B8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CE5DDC-4306-6A3A-3884-79F2FC85D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0D9B11-0F39-7013-711C-1622621F5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0953-9C39-48A9-B3EA-FD608F442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216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EE254-E799-1A0F-37A4-B8C16312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531E9-ED86-1915-F1F8-0A1BB1402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92788B-9152-492C-F729-F17CFC98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DFFE-A19A-481F-A923-6193A62319B8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EA1E69-3C23-034C-6C56-B5F516D2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0BA5B5-F5CF-5AF6-FBCB-AA45605A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0953-9C39-48A9-B3EA-FD608F442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51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8D5C2-963C-4676-2B8D-04F852E5B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EAEB70-2DEC-7042-8EAF-C5C43FFC0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7629C-B5D4-4B5E-7A90-975B73780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DFFE-A19A-481F-A923-6193A62319B8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8289FC-1B3E-F540-23CB-66E04A29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1DF084-1B1E-E8EA-374A-2B32F9573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0953-9C39-48A9-B3EA-FD608F442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99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ABB9EB-46AD-4AD6-08B1-CDBC77CC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8CB0B3-4FFA-67BA-DE13-45E4A972D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5D16F6-6C98-D3A9-9E6D-66730291F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D15E7E-C2F8-7070-1A70-AF773053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DFFE-A19A-481F-A923-6193A62319B8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257A2D-3242-6A44-E190-DD4D6C15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022514-821C-3AC7-A814-EE4D145C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0953-9C39-48A9-B3EA-FD608F442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085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5C528-77B2-50D0-5151-AD5BAA83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DAAE3-EF10-2781-39F3-7037C2DE7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B8F9EC-EA50-DD78-F311-96FAB6A82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CC589E-28D8-CD4D-BA6B-B74A17887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CB4918-A729-3516-F727-376424B6B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16141EF-087C-2EBB-AA82-8119D46B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DFFE-A19A-481F-A923-6193A62319B8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E867F8-FE9E-AC9A-35D6-DAED217E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9197E3E-C776-9834-322A-35E99B24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0953-9C39-48A9-B3EA-FD608F442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56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D5ECA-ACE2-271C-82ED-03596CBF8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940BBC-6CA1-8956-BB45-C6E1C598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DFFE-A19A-481F-A923-6193A62319B8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317B54-F704-795A-C370-70110022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A0B3F4-FB6C-8215-7353-F1352A03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0953-9C39-48A9-B3EA-FD608F442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933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2ADFF03-704A-BB0B-C6CE-6CF1ED51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DFFE-A19A-481F-A923-6193A62319B8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BC0309-CD98-8434-9688-DF8D8E21B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3E3726-628A-FEF7-D926-F61C11EB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0953-9C39-48A9-B3EA-FD608F442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169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52359-5418-B865-1EAD-16973D018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4CCF13-0DF2-ADB4-6F20-EC05C3DC0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8C973B-DEE4-2BA2-DC31-47CF55509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32BF81-4743-CC37-540F-778891FB8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DFFE-A19A-481F-A923-6193A62319B8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DDB756-DAE3-F0C6-0C48-86F8C2256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3DFE09-1A80-795E-C154-14DE3187E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0953-9C39-48A9-B3EA-FD608F442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052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B74F6-BCA5-D612-013E-7568FEF22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A2A45A-83F5-EB78-0978-65C6EB3AB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CC9E92-8672-C233-55CA-4D147B320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1E8538-8272-63E7-0EA3-227712B7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DFFE-A19A-481F-A923-6193A62319B8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96682E-87B9-2492-7290-750C9132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DFFD8D-7B48-625B-5746-70629F4D6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0953-9C39-48A9-B3EA-FD608F442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72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441AF-2E37-5FC6-CEF2-EFECCEED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DA0271-33B7-DA74-6AFF-8838D8368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CD9928-C291-9B39-EF73-8EA3D476B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DFFE-A19A-481F-A923-6193A62319B8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318C26-22E6-E2EA-2D3F-1ED4D2A56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019A79-7389-7A54-DAFB-3AD3ADD7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0953-9C39-48A9-B3EA-FD608F442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348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271CF7-2D33-A998-75E8-C26F325327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582820-F0A2-B324-8ED4-5679432E1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BF8D44-F950-1533-47C9-EF7EC1D77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DFFE-A19A-481F-A923-6193A62319B8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7C88A3-9D13-B65C-744D-BA064037E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DB92E8-F8AF-7E88-E86C-BB7A71FC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0953-9C39-48A9-B3EA-FD608F442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536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695F03-D4F8-6CAB-1C96-66E21B717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40A4D3-D4DB-9B84-A81E-137B789E3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FA0011-178C-D143-F430-69286ED2E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FDFFE-A19A-481F-A923-6193A62319B8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6C6751-D2C1-1C2B-3A91-971A34351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41382A-DD6D-2F02-CD45-9F6E93FE9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B0953-9C39-48A9-B3EA-FD608F442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551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막힌 원호 19">
            <a:extLst>
              <a:ext uri="{FF2B5EF4-FFF2-40B4-BE49-F238E27FC236}">
                <a16:creationId xmlns:a16="http://schemas.microsoft.com/office/drawing/2014/main" id="{CF5EB5ED-3F70-4B13-534D-1CABAE947C64}"/>
              </a:ext>
            </a:extLst>
          </p:cNvPr>
          <p:cNvSpPr/>
          <p:nvPr/>
        </p:nvSpPr>
        <p:spPr>
          <a:xfrm flipH="1">
            <a:off x="1003619" y="567084"/>
            <a:ext cx="1554343" cy="1554343"/>
          </a:xfrm>
          <a:prstGeom prst="blockArc">
            <a:avLst>
              <a:gd name="adj1" fmla="val 10378454"/>
              <a:gd name="adj2" fmla="val 18952893"/>
              <a:gd name="adj3" fmla="val 1293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막힌 원호 18">
            <a:extLst>
              <a:ext uri="{FF2B5EF4-FFF2-40B4-BE49-F238E27FC236}">
                <a16:creationId xmlns:a16="http://schemas.microsoft.com/office/drawing/2014/main" id="{25AF98D2-148F-0DA9-125A-3A4352C2B0F0}"/>
              </a:ext>
            </a:extLst>
          </p:cNvPr>
          <p:cNvSpPr/>
          <p:nvPr/>
        </p:nvSpPr>
        <p:spPr>
          <a:xfrm>
            <a:off x="5032484" y="571983"/>
            <a:ext cx="1554344" cy="1554344"/>
          </a:xfrm>
          <a:prstGeom prst="blockArc">
            <a:avLst>
              <a:gd name="adj1" fmla="val 10407220"/>
              <a:gd name="adj2" fmla="val 18952893"/>
              <a:gd name="adj3" fmla="val 1293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529E1C7F-AD0D-026A-04EF-1D28CDFA3820}"/>
              </a:ext>
            </a:extLst>
          </p:cNvPr>
          <p:cNvSpPr/>
          <p:nvPr/>
        </p:nvSpPr>
        <p:spPr>
          <a:xfrm rot="16200000" flipH="1">
            <a:off x="5025748" y="1708735"/>
            <a:ext cx="2362186" cy="3262501"/>
          </a:xfrm>
          <a:prstGeom prst="corner">
            <a:avLst>
              <a:gd name="adj1" fmla="val 7803"/>
              <a:gd name="adj2" fmla="val 80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AFD3EC4-3F8E-A45F-DCC0-FA9E766D9AC8}"/>
              </a:ext>
            </a:extLst>
          </p:cNvPr>
          <p:cNvSpPr/>
          <p:nvPr/>
        </p:nvSpPr>
        <p:spPr>
          <a:xfrm>
            <a:off x="7960012" y="4149146"/>
            <a:ext cx="2319326" cy="15898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9685566-832A-07ED-DA7F-453249AA7841}"/>
              </a:ext>
            </a:extLst>
          </p:cNvPr>
          <p:cNvSpPr/>
          <p:nvPr/>
        </p:nvSpPr>
        <p:spPr>
          <a:xfrm rot="5400000">
            <a:off x="1964274" y="1680954"/>
            <a:ext cx="1050379" cy="403735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빗면 6">
            <a:extLst>
              <a:ext uri="{FF2B5EF4-FFF2-40B4-BE49-F238E27FC236}">
                <a16:creationId xmlns:a16="http://schemas.microsoft.com/office/drawing/2014/main" id="{F79C6DA8-6C14-561D-5B43-58A336621658}"/>
              </a:ext>
            </a:extLst>
          </p:cNvPr>
          <p:cNvSpPr/>
          <p:nvPr/>
        </p:nvSpPr>
        <p:spPr>
          <a:xfrm>
            <a:off x="9509418" y="4973984"/>
            <a:ext cx="648000" cy="648000"/>
          </a:xfrm>
          <a:prstGeom prst="bevel">
            <a:avLst>
              <a:gd name="adj" fmla="val 1787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▶</a:t>
            </a:r>
          </a:p>
        </p:txBody>
      </p:sp>
      <p:sp>
        <p:nvSpPr>
          <p:cNvPr id="15" name="사각형: 빗면 14">
            <a:extLst>
              <a:ext uri="{FF2B5EF4-FFF2-40B4-BE49-F238E27FC236}">
                <a16:creationId xmlns:a16="http://schemas.microsoft.com/office/drawing/2014/main" id="{E2A69307-7614-3A24-F119-81AE4D7B307C}"/>
              </a:ext>
            </a:extLst>
          </p:cNvPr>
          <p:cNvSpPr/>
          <p:nvPr/>
        </p:nvSpPr>
        <p:spPr>
          <a:xfrm>
            <a:off x="8795315" y="4973984"/>
            <a:ext cx="648000" cy="648000"/>
          </a:xfrm>
          <a:prstGeom prst="bevel">
            <a:avLst>
              <a:gd name="adj" fmla="val 1787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▼</a:t>
            </a:r>
          </a:p>
        </p:txBody>
      </p:sp>
      <p:sp>
        <p:nvSpPr>
          <p:cNvPr id="16" name="사각형: 빗면 15">
            <a:extLst>
              <a:ext uri="{FF2B5EF4-FFF2-40B4-BE49-F238E27FC236}">
                <a16:creationId xmlns:a16="http://schemas.microsoft.com/office/drawing/2014/main" id="{FB610A33-8D72-004B-E8DF-ECB9BFDC1D84}"/>
              </a:ext>
            </a:extLst>
          </p:cNvPr>
          <p:cNvSpPr/>
          <p:nvPr/>
        </p:nvSpPr>
        <p:spPr>
          <a:xfrm>
            <a:off x="8081212" y="4973984"/>
            <a:ext cx="648000" cy="648000"/>
          </a:xfrm>
          <a:prstGeom prst="bevel">
            <a:avLst>
              <a:gd name="adj" fmla="val 1787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◀</a:t>
            </a:r>
          </a:p>
        </p:txBody>
      </p:sp>
      <p:sp>
        <p:nvSpPr>
          <p:cNvPr id="35" name="사각형: 빗면 34">
            <a:extLst>
              <a:ext uri="{FF2B5EF4-FFF2-40B4-BE49-F238E27FC236}">
                <a16:creationId xmlns:a16="http://schemas.microsoft.com/office/drawing/2014/main" id="{8A07DD71-D084-9B59-DB8D-C23319659BE6}"/>
              </a:ext>
            </a:extLst>
          </p:cNvPr>
          <p:cNvSpPr/>
          <p:nvPr/>
        </p:nvSpPr>
        <p:spPr>
          <a:xfrm>
            <a:off x="9509418" y="4260032"/>
            <a:ext cx="648000" cy="648000"/>
          </a:xfrm>
          <a:prstGeom prst="bevel">
            <a:avLst>
              <a:gd name="adj" fmla="val 1787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↩️</a:t>
            </a:r>
          </a:p>
        </p:txBody>
      </p:sp>
      <p:sp>
        <p:nvSpPr>
          <p:cNvPr id="36" name="사각형: 빗면 35">
            <a:extLst>
              <a:ext uri="{FF2B5EF4-FFF2-40B4-BE49-F238E27FC236}">
                <a16:creationId xmlns:a16="http://schemas.microsoft.com/office/drawing/2014/main" id="{7EEE14B5-B729-BC9E-232A-73DF480F2304}"/>
              </a:ext>
            </a:extLst>
          </p:cNvPr>
          <p:cNvSpPr/>
          <p:nvPr/>
        </p:nvSpPr>
        <p:spPr>
          <a:xfrm>
            <a:off x="8795315" y="4260032"/>
            <a:ext cx="648000" cy="648000"/>
          </a:xfrm>
          <a:prstGeom prst="bevel">
            <a:avLst>
              <a:gd name="adj" fmla="val 1787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▲</a:t>
            </a:r>
          </a:p>
        </p:txBody>
      </p:sp>
      <p:sp>
        <p:nvSpPr>
          <p:cNvPr id="37" name="사각형: 빗면 36">
            <a:extLst>
              <a:ext uri="{FF2B5EF4-FFF2-40B4-BE49-F238E27FC236}">
                <a16:creationId xmlns:a16="http://schemas.microsoft.com/office/drawing/2014/main" id="{07D8B05A-CA58-8BF2-BC0A-B4679F62FBAC}"/>
              </a:ext>
            </a:extLst>
          </p:cNvPr>
          <p:cNvSpPr/>
          <p:nvPr/>
        </p:nvSpPr>
        <p:spPr>
          <a:xfrm>
            <a:off x="8081212" y="4260032"/>
            <a:ext cx="648000" cy="648000"/>
          </a:xfrm>
          <a:prstGeom prst="bevel">
            <a:avLst>
              <a:gd name="adj" fmla="val 1787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🏠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BEC5D44-1108-59C6-55DE-3B92FEF5BCC2}"/>
              </a:ext>
            </a:extLst>
          </p:cNvPr>
          <p:cNvSpPr/>
          <p:nvPr/>
        </p:nvSpPr>
        <p:spPr>
          <a:xfrm flipH="1">
            <a:off x="3376585" y="453752"/>
            <a:ext cx="73842" cy="13576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9EB5D46-5353-623F-04E4-2EB27A8EC66E}"/>
              </a:ext>
            </a:extLst>
          </p:cNvPr>
          <p:cNvSpPr/>
          <p:nvPr/>
        </p:nvSpPr>
        <p:spPr>
          <a:xfrm rot="5400000">
            <a:off x="4171580" y="1833982"/>
            <a:ext cx="261683" cy="883318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9A73DCD-359A-B33F-9998-5EA2AD874CE6}"/>
              </a:ext>
            </a:extLst>
          </p:cNvPr>
          <p:cNvSpPr/>
          <p:nvPr/>
        </p:nvSpPr>
        <p:spPr>
          <a:xfrm>
            <a:off x="7635920" y="4396701"/>
            <a:ext cx="246490" cy="883318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다리꼴 50">
            <a:extLst>
              <a:ext uri="{FF2B5EF4-FFF2-40B4-BE49-F238E27FC236}">
                <a16:creationId xmlns:a16="http://schemas.microsoft.com/office/drawing/2014/main" id="{C8AA4912-D921-192B-2B01-A5B0516393ED}"/>
              </a:ext>
            </a:extLst>
          </p:cNvPr>
          <p:cNvSpPr/>
          <p:nvPr/>
        </p:nvSpPr>
        <p:spPr>
          <a:xfrm rot="16200000">
            <a:off x="7618858" y="4913607"/>
            <a:ext cx="602192" cy="60960"/>
          </a:xfrm>
          <a:prstGeom prst="trapezoid">
            <a:avLst/>
          </a:prstGeom>
          <a:solidFill>
            <a:schemeClr val="bg2">
              <a:lumMod val="9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46221CE-8B64-D390-2751-406770180410}"/>
              </a:ext>
            </a:extLst>
          </p:cNvPr>
          <p:cNvSpPr/>
          <p:nvPr/>
        </p:nvSpPr>
        <p:spPr>
          <a:xfrm rot="5400000">
            <a:off x="4575792" y="1682578"/>
            <a:ext cx="1050380" cy="40373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E3DF889-DB7E-ED71-D61E-D8E116A42784}"/>
              </a:ext>
            </a:extLst>
          </p:cNvPr>
          <p:cNvSpPr/>
          <p:nvPr/>
        </p:nvSpPr>
        <p:spPr>
          <a:xfrm>
            <a:off x="3262881" y="1811383"/>
            <a:ext cx="293546" cy="675010"/>
          </a:xfrm>
          <a:prstGeom prst="roundRect">
            <a:avLst>
              <a:gd name="adj" fmla="val 2199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15FFFAE0-0212-C006-787B-1A5679832393}"/>
              </a:ext>
            </a:extLst>
          </p:cNvPr>
          <p:cNvGrpSpPr/>
          <p:nvPr/>
        </p:nvGrpSpPr>
        <p:grpSpPr>
          <a:xfrm>
            <a:off x="1884879" y="2415718"/>
            <a:ext cx="3774441" cy="4063066"/>
            <a:chOff x="1884879" y="2415718"/>
            <a:chExt cx="3774441" cy="406306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626163E-4289-B3F1-2E30-7B007571BDCE}"/>
                </a:ext>
              </a:extLst>
            </p:cNvPr>
            <p:cNvSpPr/>
            <p:nvPr/>
          </p:nvSpPr>
          <p:spPr>
            <a:xfrm>
              <a:off x="1939835" y="2486393"/>
              <a:ext cx="3719485" cy="399239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2E16845-8083-2DB8-B5CA-934BE007C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11253" y="2803135"/>
              <a:ext cx="2976648" cy="2020659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96928EB-D06A-6F1F-F26D-F6F8219750CA}"/>
                </a:ext>
              </a:extLst>
            </p:cNvPr>
            <p:cNvSpPr txBox="1"/>
            <p:nvPr/>
          </p:nvSpPr>
          <p:spPr>
            <a:xfrm>
              <a:off x="3124055" y="4782143"/>
              <a:ext cx="1303562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6000" b="1" dirty="0">
                  <a:ln w="19050">
                    <a:solidFill>
                      <a:schemeClr val="bg1"/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Cascadia Mono SemiBold" panose="020B0609020000020004" pitchFamily="49" charset="0"/>
                </a:rPr>
                <a:t>GG</a:t>
              </a:r>
              <a:endParaRPr lang="ko-KR" altLang="en-US" sz="6000" b="1" dirty="0">
                <a:ln w="19050">
                  <a:solidFill>
                    <a:schemeClr val="bg1"/>
                  </a:solidFill>
                </a:ln>
                <a:solidFill>
                  <a:schemeClr val="bg2">
                    <a:lumMod val="10000"/>
                  </a:schemeClr>
                </a:solidFill>
                <a:latin typeface="Segoe UI Black" panose="020B0A02040204020203" pitchFamily="34" charset="0"/>
                <a:ea typeface="HY얕은샘물M" panose="02030600000101010101" pitchFamily="18" charset="-127"/>
                <a:cs typeface="Cascadia Mono SemiBold" panose="020B0609020000020004" pitchFamily="49" charset="0"/>
              </a:endParaRPr>
            </a:p>
          </p:txBody>
        </p:sp>
        <p:sp>
          <p:nvSpPr>
            <p:cNvPr id="39" name="육각형 38">
              <a:extLst>
                <a:ext uri="{FF2B5EF4-FFF2-40B4-BE49-F238E27FC236}">
                  <a16:creationId xmlns:a16="http://schemas.microsoft.com/office/drawing/2014/main" id="{0E79164C-70B8-3CF2-EAF9-3A02474F8AA5}"/>
                </a:ext>
              </a:extLst>
            </p:cNvPr>
            <p:cNvSpPr/>
            <p:nvPr/>
          </p:nvSpPr>
          <p:spPr>
            <a:xfrm>
              <a:off x="3528441" y="5803382"/>
              <a:ext cx="494786" cy="426538"/>
            </a:xfrm>
            <a:prstGeom prst="hexagon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2FDF803-1D3B-7431-F999-3A067F5AF9A5}"/>
                </a:ext>
              </a:extLst>
            </p:cNvPr>
            <p:cNvSpPr/>
            <p:nvPr/>
          </p:nvSpPr>
          <p:spPr>
            <a:xfrm>
              <a:off x="3597438" y="5838254"/>
              <a:ext cx="356792" cy="356792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사다리꼴 39">
              <a:extLst>
                <a:ext uri="{FF2B5EF4-FFF2-40B4-BE49-F238E27FC236}">
                  <a16:creationId xmlns:a16="http://schemas.microsoft.com/office/drawing/2014/main" id="{BC962D63-ED6B-376C-1101-B0A5DB7CCD07}"/>
                </a:ext>
              </a:extLst>
            </p:cNvPr>
            <p:cNvSpPr/>
            <p:nvPr/>
          </p:nvSpPr>
          <p:spPr>
            <a:xfrm>
              <a:off x="2188368" y="2415718"/>
              <a:ext cx="602192" cy="60960"/>
            </a:xfrm>
            <a:prstGeom prst="trapezoid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사다리꼴 40">
              <a:extLst>
                <a:ext uri="{FF2B5EF4-FFF2-40B4-BE49-F238E27FC236}">
                  <a16:creationId xmlns:a16="http://schemas.microsoft.com/office/drawing/2014/main" id="{9977A33B-94ED-5A7E-875F-D33C36297176}"/>
                </a:ext>
              </a:extLst>
            </p:cNvPr>
            <p:cNvSpPr/>
            <p:nvPr/>
          </p:nvSpPr>
          <p:spPr>
            <a:xfrm>
              <a:off x="4799886" y="2415718"/>
              <a:ext cx="602192" cy="60960"/>
            </a:xfrm>
            <a:prstGeom prst="trapezoid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사다리꼴 47">
              <a:extLst>
                <a:ext uri="{FF2B5EF4-FFF2-40B4-BE49-F238E27FC236}">
                  <a16:creationId xmlns:a16="http://schemas.microsoft.com/office/drawing/2014/main" id="{4D2B01A0-EA96-45F4-6B2C-09D342DED0E3}"/>
                </a:ext>
              </a:extLst>
            </p:cNvPr>
            <p:cNvSpPr/>
            <p:nvPr/>
          </p:nvSpPr>
          <p:spPr>
            <a:xfrm>
              <a:off x="3895796" y="2415718"/>
              <a:ext cx="602192" cy="60960"/>
            </a:xfrm>
            <a:prstGeom prst="trapezoid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D87A92-C12D-F547-5AF4-FE552AE3F2CB}"/>
                </a:ext>
              </a:extLst>
            </p:cNvPr>
            <p:cNvSpPr txBox="1"/>
            <p:nvPr/>
          </p:nvSpPr>
          <p:spPr>
            <a:xfrm>
              <a:off x="2355451" y="2508960"/>
              <a:ext cx="26802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latin typeface="Cascadia Mono SemiBold" panose="020B0609020000020004" pitchFamily="49" charset="0"/>
                  <a:ea typeface="Cascadia Mono SemiBold" panose="020B0609020000020004" pitchFamily="49" charset="0"/>
                  <a:cs typeface="Cascadia Mono SemiBold" panose="020B0609020000020004" pitchFamily="49" charset="0"/>
                </a:rPr>
                <a:t>▲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83B2FF6-F4A8-4D76-DD40-A7D448DE62B1}"/>
                </a:ext>
              </a:extLst>
            </p:cNvPr>
            <p:cNvSpPr txBox="1"/>
            <p:nvPr/>
          </p:nvSpPr>
          <p:spPr>
            <a:xfrm>
              <a:off x="4966971" y="2499723"/>
              <a:ext cx="26802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latin typeface="Cascadia Mono SemiBold" panose="020B0609020000020004" pitchFamily="49" charset="0"/>
                  <a:ea typeface="Cascadia Mono SemiBold" panose="020B0609020000020004" pitchFamily="49" charset="0"/>
                  <a:cs typeface="Cascadia Mono SemiBold" panose="020B0609020000020004" pitchFamily="49" charset="0"/>
                </a:rPr>
                <a:t>▼</a:t>
              </a:r>
              <a:endParaRPr lang="ko-KR" altLang="en-US" sz="1100" dirty="0">
                <a:solidFill>
                  <a:schemeClr val="bg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BEAC830-2639-6E3A-24D9-8C905F98ED1A}"/>
                </a:ext>
              </a:extLst>
            </p:cNvPr>
            <p:cNvSpPr txBox="1"/>
            <p:nvPr/>
          </p:nvSpPr>
          <p:spPr>
            <a:xfrm>
              <a:off x="3191905" y="2515494"/>
              <a:ext cx="45397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DC9V</a:t>
              </a:r>
              <a:endParaRPr lang="ko-KR" altLang="en-US" sz="900" dirty="0">
                <a:solidFill>
                  <a:schemeClr val="bg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1F7B6BC-5109-5CE0-DABF-9FD3B4683AF4}"/>
                </a:ext>
              </a:extLst>
            </p:cNvPr>
            <p:cNvSpPr txBox="1"/>
            <p:nvPr/>
          </p:nvSpPr>
          <p:spPr>
            <a:xfrm>
              <a:off x="3967192" y="2515441"/>
              <a:ext cx="45397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Keys</a:t>
              </a:r>
              <a:endParaRPr lang="ko-KR" altLang="en-US" sz="900" dirty="0">
                <a:solidFill>
                  <a:schemeClr val="bg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283DE0D-F179-2B28-AE77-D6EF3F51DC08}"/>
                </a:ext>
              </a:extLst>
            </p:cNvPr>
            <p:cNvSpPr txBox="1"/>
            <p:nvPr/>
          </p:nvSpPr>
          <p:spPr>
            <a:xfrm>
              <a:off x="1920370" y="5905555"/>
              <a:ext cx="3786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Cascadia Mono SemiBold" panose="020B0609020000020004" pitchFamily="49" charset="0"/>
                  <a:ea typeface="Cascadia Mono SemiBold" panose="020B0609020000020004" pitchFamily="49" charset="0"/>
                  <a:cs typeface="Cascadia Mono SemiBold" panose="020B0609020000020004" pitchFamily="49" charset="0"/>
                </a:rPr>
                <a:t>🎧</a:t>
              </a:r>
              <a:endParaRPr lang="en-US" altLang="ko-KR" sz="1100" dirty="0">
                <a:solidFill>
                  <a:schemeClr val="bg1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  <p:sp>
          <p:nvSpPr>
            <p:cNvPr id="58" name="사다리꼴 57">
              <a:extLst>
                <a:ext uri="{FF2B5EF4-FFF2-40B4-BE49-F238E27FC236}">
                  <a16:creationId xmlns:a16="http://schemas.microsoft.com/office/drawing/2014/main" id="{39371C91-0B5D-288A-81A7-616B7C069B1E}"/>
                </a:ext>
              </a:extLst>
            </p:cNvPr>
            <p:cNvSpPr/>
            <p:nvPr/>
          </p:nvSpPr>
          <p:spPr>
            <a:xfrm rot="16200000">
              <a:off x="1739364" y="6029077"/>
              <a:ext cx="336750" cy="45719"/>
            </a:xfrm>
            <a:prstGeom prst="trapezoid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41409C6-8A7C-31F5-74E0-DA025E61C8CA}"/>
                </a:ext>
              </a:extLst>
            </p:cNvPr>
            <p:cNvSpPr txBox="1"/>
            <p:nvPr/>
          </p:nvSpPr>
          <p:spPr>
            <a:xfrm>
              <a:off x="5089932" y="5835286"/>
              <a:ext cx="5693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MIDI▶</a:t>
              </a:r>
              <a:endParaRPr lang="ko-KR" altLang="en-US" sz="900" dirty="0">
                <a:solidFill>
                  <a:schemeClr val="bg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DF2E100-1925-85BC-E301-BF4F066E4679}"/>
                </a:ext>
              </a:extLst>
            </p:cNvPr>
            <p:cNvSpPr txBox="1"/>
            <p:nvPr/>
          </p:nvSpPr>
          <p:spPr>
            <a:xfrm>
              <a:off x="5089933" y="5220665"/>
              <a:ext cx="5693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bg1"/>
                  </a:solidFill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MIDI◀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2762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16</Words>
  <Application>Microsoft Office PowerPoint</Application>
  <PresentationFormat>와이드스크린</PresentationFormat>
  <Paragraphs>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Cascadia Mono SemiBold</vt:lpstr>
      <vt:lpstr>Segoe UI Black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김태윤 [대학원 / 에너지환경정책기술학과]</dc:creator>
  <cp:lastModifiedBy>김태윤 [대학원 / 에너지환경정책기술학과]</cp:lastModifiedBy>
  <cp:revision>7</cp:revision>
  <dcterms:created xsi:type="dcterms:W3CDTF">2026-06-19T08:00:32Z</dcterms:created>
  <dcterms:modified xsi:type="dcterms:W3CDTF">2026-07-22T09:42:36Z</dcterms:modified>
</cp:coreProperties>
</file>